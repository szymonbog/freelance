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573" autoAdjust="0"/>
  </p:normalViewPr>
  <p:slideViewPr>
    <p:cSldViewPr>
      <p:cViewPr varScale="1">
        <p:scale>
          <a:sx n="62" d="100"/>
          <a:sy n="62" d="100"/>
        </p:scale>
        <p:origin x="-101" y="-6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CF5AC-2D77-4B78-B9BD-197D2DDFD516}" type="datetimeFigureOut">
              <a:rPr lang="pl-PL" smtClean="0"/>
              <a:t>06.10.2024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67353-0100-4D98-9A0C-DCF97E4B2F6E}" type="slidenum">
              <a:rPr lang="pl-PL" smtClean="0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67353-0100-4D98-9A0C-DCF97E4B2F6E}" type="slidenum">
              <a:rPr lang="pl-PL" smtClean="0"/>
              <a:t>1</a:t>
            </a:fld>
            <a:endParaRPr lang="pl-P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wolny kształt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Dowolny kształt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ytuł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17" name="Podtytuł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l-PL" smtClean="0"/>
              <a:t>Kliknij, aby edytować styl wzorca podtytułu</a:t>
            </a:r>
            <a:endParaRPr kumimoji="0" lang="en-US"/>
          </a:p>
        </p:txBody>
      </p:sp>
      <p:sp>
        <p:nvSpPr>
          <p:cNvPr id="30" name="Symbol zastępczy daty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19" name="Symbol zastępczy stopki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7" name="Symbol zastępczy numeru slajd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wolny kształt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Dowolny kształt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zawartości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8" name="Symbol zastępczy numeru slajdu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9" name="Symbol zastępczy stopki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l-PL" smtClean="0"/>
              <a:t>Kliknij ikonę, aby dodać obraz</a:t>
            </a:r>
            <a:endParaRPr kumimoji="0" lang="en-US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l-PL" smtClean="0"/>
              <a:t>Kliknij, aby edytować style wzorca tekstu</a:t>
            </a:r>
          </a:p>
          <a:p>
            <a:pPr lvl="1" eaLnBrk="1" latinLnBrk="0" hangingPunct="1"/>
            <a:r>
              <a:rPr lang="pl-PL" smtClean="0"/>
              <a:t>Drugi poziom</a:t>
            </a:r>
          </a:p>
          <a:p>
            <a:pPr lvl="2" eaLnBrk="1" latinLnBrk="0" hangingPunct="1"/>
            <a:r>
              <a:rPr lang="pl-PL" smtClean="0"/>
              <a:t>Trzeci poziom</a:t>
            </a:r>
          </a:p>
          <a:p>
            <a:pPr lvl="3" eaLnBrk="1" latinLnBrk="0" hangingPunct="1"/>
            <a:r>
              <a:rPr lang="pl-PL" smtClean="0"/>
              <a:t>Czwarty poziom</a:t>
            </a:r>
          </a:p>
          <a:p>
            <a:pPr lvl="4" eaLnBrk="1" latinLnBrk="0" hangingPunct="1"/>
            <a:r>
              <a:rPr lang="pl-PL" smtClean="0"/>
              <a:t>Piąty poziom</a:t>
            </a:r>
            <a:endParaRPr kumimoji="0"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olny kształt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owolny kształt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ymbol zastępczy tytułu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pl-PL" smtClean="0"/>
              <a:t>Kliknij, aby edytować styl</a:t>
            </a:r>
            <a:endParaRPr kumimoji="0" lang="en-US"/>
          </a:p>
        </p:txBody>
      </p:sp>
      <p:sp>
        <p:nvSpPr>
          <p:cNvPr id="30" name="Symbol zastępczy tekstu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l-PL" smtClean="0"/>
              <a:t>Kliknij, aby edytować style wzorca tekstu</a:t>
            </a:r>
          </a:p>
          <a:p>
            <a:pPr lvl="1" eaLnBrk="1" latinLnBrk="0" hangingPunct="1"/>
            <a:r>
              <a:rPr kumimoji="0" lang="pl-PL" smtClean="0"/>
              <a:t>Drugi poziom</a:t>
            </a:r>
          </a:p>
          <a:p>
            <a:pPr lvl="2" eaLnBrk="1" latinLnBrk="0" hangingPunct="1"/>
            <a:r>
              <a:rPr kumimoji="0" lang="pl-PL" smtClean="0"/>
              <a:t>Trzeci poziom</a:t>
            </a:r>
          </a:p>
          <a:p>
            <a:pPr lvl="3" eaLnBrk="1" latinLnBrk="0" hangingPunct="1"/>
            <a:r>
              <a:rPr kumimoji="0" lang="pl-PL" smtClean="0"/>
              <a:t>Czwarty poziom</a:t>
            </a:r>
          </a:p>
          <a:p>
            <a:pPr lvl="4" eaLnBrk="1" latinLnBrk="0" hangingPunct="1"/>
            <a:r>
              <a:rPr kumimoji="0" lang="pl-PL" smtClean="0"/>
              <a:t>Piąty poziom</a:t>
            </a:r>
            <a:endParaRPr kumimoji="0" lang="en-US"/>
          </a:p>
        </p:txBody>
      </p:sp>
      <p:sp>
        <p:nvSpPr>
          <p:cNvPr id="10" name="Symbol zastępczy daty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221E02-25CB-4963-84BC-0813985E7D90}" type="datetimeFigureOut">
              <a:rPr lang="pl-PL" smtClean="0"/>
              <a:pPr/>
              <a:t>06.10.2024</a:t>
            </a:fld>
            <a:endParaRPr lang="pl-PL"/>
          </a:p>
        </p:txBody>
      </p:sp>
      <p:sp>
        <p:nvSpPr>
          <p:cNvPr id="22" name="Symbol zastępczy stopki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18" name="Symbol zastępczy numeru slajdu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 smtClean="0"/>
              <a:t>Frog</a:t>
            </a:r>
            <a:r>
              <a:rPr lang="pl-PL" dirty="0" smtClean="0"/>
              <a:t> </a:t>
            </a:r>
            <a:r>
              <a:rPr lang="pl-PL" dirty="0" err="1" smtClean="0"/>
              <a:t>Ninja</a:t>
            </a:r>
            <a:r>
              <a:rPr lang="pl-PL" dirty="0" smtClean="0"/>
              <a:t>: Blade Hopper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Wprowadzenie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l-PL" dirty="0" smtClean="0"/>
              <a:t>	„</a:t>
            </a:r>
            <a:r>
              <a:rPr lang="pl-PL" dirty="0" err="1" smtClean="0"/>
              <a:t>Frog</a:t>
            </a:r>
            <a:r>
              <a:rPr lang="pl-PL" dirty="0" smtClean="0"/>
              <a:t> </a:t>
            </a:r>
            <a:r>
              <a:rPr lang="pl-PL" dirty="0" err="1" smtClean="0"/>
              <a:t>Ninja</a:t>
            </a:r>
            <a:r>
              <a:rPr lang="pl-PL" dirty="0" smtClean="0"/>
              <a:t> Blade Hopper” to krótka platformowa gra </a:t>
            </a:r>
            <a:r>
              <a:rPr lang="pl-PL" dirty="0" err="1" smtClean="0"/>
              <a:t>2D</a:t>
            </a:r>
            <a:r>
              <a:rPr lang="pl-PL" dirty="0" smtClean="0"/>
              <a:t> stworzona jako krótka prezentacja na pracownię dyplomową. Polega ona na zebraniu 5 monet rozmieszczonych na mapie.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Główne elementy gry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 smtClean="0"/>
              <a:t>Postać gracza to mała zielona żaba </a:t>
            </a:r>
            <a:r>
              <a:rPr lang="pl-PL" dirty="0" err="1" smtClean="0"/>
              <a:t>ninja</a:t>
            </a:r>
            <a:r>
              <a:rPr lang="pl-PL" dirty="0" smtClean="0"/>
              <a:t> z czerwoną opaską na głowie.</a:t>
            </a:r>
            <a:br>
              <a:rPr lang="pl-PL" dirty="0" smtClean="0"/>
            </a:br>
            <a:endParaRPr lang="pl-PL" dirty="0" smtClean="0"/>
          </a:p>
          <a:p>
            <a:pPr>
              <a:buNone/>
            </a:pPr>
            <a:r>
              <a:rPr lang="pl-PL" dirty="0" smtClean="0"/>
              <a:t>	</a:t>
            </a:r>
            <a:endParaRPr lang="pl-PL" dirty="0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1026" name="Picture 2" descr="C:\Users\szymo\Downloads\sss\Crazy Fro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4498" y="1681338"/>
            <a:ext cx="3691878" cy="36918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3933056"/>
            <a:ext cx="7499176" cy="2193107"/>
          </a:xfrm>
        </p:spPr>
        <p:txBody>
          <a:bodyPr>
            <a:normAutofit fontScale="92500" lnSpcReduction="10000"/>
          </a:bodyPr>
          <a:lstStyle/>
          <a:p>
            <a:r>
              <a:rPr lang="pl-PL" dirty="0" smtClean="0"/>
              <a:t>Mapa jest niewielka, składa się z 2 zamków, 3 jaskiń, plaży z wodą oraz niewielkiego dołu z lawą. Tworząc elementy tej mapy inspirowałem się mapą z gry „</a:t>
            </a:r>
            <a:r>
              <a:rPr lang="pl-PL" dirty="0" err="1" smtClean="0"/>
              <a:t>Reventure</a:t>
            </a:r>
            <a:r>
              <a:rPr lang="pl-PL" dirty="0" smtClean="0"/>
              <a:t>”.</a:t>
            </a:r>
            <a:br>
              <a:rPr lang="pl-PL" dirty="0" smtClean="0"/>
            </a:br>
            <a:endParaRPr lang="pl-PL" dirty="0" smtClean="0"/>
          </a:p>
          <a:p>
            <a:pPr>
              <a:buNone/>
            </a:pPr>
            <a:r>
              <a:rPr lang="pl-PL" dirty="0" smtClean="0"/>
              <a:t>	</a:t>
            </a:r>
            <a:endParaRPr lang="pl-PL" dirty="0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7544" y="1600201"/>
            <a:ext cx="7457256" cy="2260848"/>
          </a:xfrm>
        </p:spPr>
        <p:txBody>
          <a:bodyPr>
            <a:normAutofit fontScale="92500" lnSpcReduction="10000"/>
          </a:bodyPr>
          <a:lstStyle/>
          <a:p>
            <a:endParaRPr lang="pl-PL" dirty="0"/>
          </a:p>
        </p:txBody>
      </p:sp>
      <p:pic>
        <p:nvPicPr>
          <p:cNvPr id="2050" name="Picture 2" descr="C:\Users\szymo\Downloads\sss\full ma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556792"/>
            <a:ext cx="7373600" cy="223224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Przeciwnicy</a:t>
            </a:r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smtClean="0"/>
              <a:t>Krótko dystansowy przeciwnik(3 punkty życia)</a:t>
            </a:r>
            <a:endParaRPr lang="pl-PL" dirty="0"/>
          </a:p>
        </p:txBody>
      </p:sp>
      <p:sp>
        <p:nvSpPr>
          <p:cNvPr id="8" name="Symbol zastępczy tekstu 7"/>
          <p:cNvSpPr>
            <a:spLocks noGrp="1"/>
          </p:cNvSpPr>
          <p:nvPr>
            <p:ph type="body" sz="half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l-PL" dirty="0" smtClean="0"/>
              <a:t>Atak podstawowy(zamach mieczem, raz na sekundę) zadaje 2 punkty obrażeń</a:t>
            </a:r>
            <a:endParaRPr lang="pl-PL" dirty="0"/>
          </a:p>
        </p:txBody>
      </p:sp>
      <p:sp>
        <p:nvSpPr>
          <p:cNvPr id="7" name="Symbol zastępczy zawartości 6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zawartości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3074" name="Picture 2" descr="C:\Users\szymo\Downloads\sss\Patrol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3185343" cy="3824821"/>
          </a:xfrm>
          <a:prstGeom prst="rect">
            <a:avLst/>
          </a:prstGeom>
          <a:noFill/>
        </p:spPr>
      </p:pic>
      <p:pic>
        <p:nvPicPr>
          <p:cNvPr id="3075" name="Picture 3" descr="C:\Users\szymo\Downloads\sss\Attack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1916832"/>
            <a:ext cx="4735225" cy="32325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smtClean="0"/>
              <a:t>Daleko dystansowy przeciwnik(3 punkty życia)</a:t>
            </a:r>
            <a:endParaRPr lang="pl-PL" dirty="0"/>
          </a:p>
        </p:txBody>
      </p:sp>
      <p:sp>
        <p:nvSpPr>
          <p:cNvPr id="8" name="Symbol zastępczy tekstu 7"/>
          <p:cNvSpPr>
            <a:spLocks noGrp="1"/>
          </p:cNvSpPr>
          <p:nvPr>
            <p:ph type="body" sz="half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l-PL" dirty="0" smtClean="0"/>
              <a:t>Atak podstawowy(wystrzelenie strzały, raz na sekundę) zadaje 1 punkt obrażeń</a:t>
            </a:r>
            <a:endParaRPr lang="pl-PL" dirty="0"/>
          </a:p>
        </p:txBody>
      </p:sp>
      <p:sp>
        <p:nvSpPr>
          <p:cNvPr id="7" name="Symbol zastępczy zawartości 6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zawartości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098" name="Picture 2" descr="C:\Users\szymo\Downloads\sss\Patrol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556792"/>
            <a:ext cx="3024336" cy="3767525"/>
          </a:xfrm>
          <a:prstGeom prst="rect">
            <a:avLst/>
          </a:prstGeom>
          <a:noFill/>
        </p:spPr>
      </p:pic>
      <p:pic>
        <p:nvPicPr>
          <p:cNvPr id="4099" name="Picture 3" descr="C:\Users\szymo\Downloads\sss\Attack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1363370"/>
            <a:ext cx="2880320" cy="414177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Przeszkody</a:t>
            </a:r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Mina podpalająca</a:t>
            </a:r>
          </a:p>
          <a:p>
            <a:endParaRPr lang="pl-PL" dirty="0" smtClean="0"/>
          </a:p>
          <a:p>
            <a:r>
              <a:rPr lang="pl-PL" dirty="0" smtClean="0"/>
              <a:t>Przed aktywacją zmienia kolor</a:t>
            </a:r>
          </a:p>
          <a:p>
            <a:endParaRPr lang="pl-PL" dirty="0" smtClean="0"/>
          </a:p>
          <a:p>
            <a:r>
              <a:rPr lang="pl-PL" dirty="0" smtClean="0"/>
              <a:t>Aktywuje się po 0.75 s od kontaktu z graczem. Jest aktywna przez 2 s. Zadaje 1 punkt obrażeń.</a:t>
            </a:r>
            <a:endParaRPr lang="pl-PL" dirty="0"/>
          </a:p>
        </p:txBody>
      </p:sp>
      <p:pic>
        <p:nvPicPr>
          <p:cNvPr id="5122" name="Picture 2" descr="C:\Users\szymo\Downloads\sss\Igniter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1628800"/>
            <a:ext cx="1283958" cy="940296"/>
          </a:xfrm>
          <a:prstGeom prst="rect">
            <a:avLst/>
          </a:prstGeom>
          <a:noFill/>
        </p:spPr>
      </p:pic>
      <p:pic>
        <p:nvPicPr>
          <p:cNvPr id="5123" name="Picture 3" descr="C:\Users\szymo\Downloads\sss\Igniter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2492896"/>
            <a:ext cx="1410419" cy="1137602"/>
          </a:xfrm>
          <a:prstGeom prst="rect">
            <a:avLst/>
          </a:prstGeom>
          <a:noFill/>
        </p:spPr>
      </p:pic>
      <p:pic>
        <p:nvPicPr>
          <p:cNvPr id="5124" name="Picture 4" descr="C:\Users\szymo\Downloads\sss\Igniter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04248" y="4365104"/>
            <a:ext cx="1657746" cy="15251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Kolce zadają 1 punkt obrażeń</a:t>
            </a:r>
            <a:endParaRPr lang="pl-PL" dirty="0"/>
          </a:p>
        </p:txBody>
      </p:sp>
      <p:pic>
        <p:nvPicPr>
          <p:cNvPr id="6146" name="Picture 2" descr="C:\Users\szymo\Downloads\sss\Spike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564904"/>
            <a:ext cx="3187601" cy="6737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Kusza strzela raz na sekundę i zadaje 1 punkt obrażeń</a:t>
            </a:r>
            <a:endParaRPr lang="pl-PL" dirty="0"/>
          </a:p>
        </p:txBody>
      </p:sp>
      <p:pic>
        <p:nvPicPr>
          <p:cNvPr id="7170" name="Picture 2" descr="C:\Users\szymo\Downloads\sss\Arro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3140968"/>
            <a:ext cx="4798648" cy="127449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Piła porusza się w lewo i prawo, w </a:t>
            </a:r>
            <a:r>
              <a:rPr lang="pl-PL" dirty="0" err="1" smtClean="0"/>
              <a:t>lini</a:t>
            </a:r>
            <a:r>
              <a:rPr lang="pl-PL" dirty="0" smtClean="0"/>
              <a:t> prostej ze stałą prędkością. Zadaje ona 1 punkt obrażeń </a:t>
            </a:r>
            <a:endParaRPr lang="pl-PL" dirty="0"/>
          </a:p>
        </p:txBody>
      </p:sp>
      <p:pic>
        <p:nvPicPr>
          <p:cNvPr id="8194" name="Picture 2" descr="C:\Users\szymo\Downloads\sss\Sa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3284984"/>
            <a:ext cx="2150814" cy="193711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 smtClean="0"/>
              <a:t>SpikeHead</a:t>
            </a:r>
            <a:r>
              <a:rPr lang="pl-PL" dirty="0" smtClean="0"/>
              <a:t> porusza się w lewo, prawo, górę i dół tylko wtedy gdy gracz jest dokładnie w </a:t>
            </a:r>
            <a:r>
              <a:rPr lang="pl-PL" dirty="0" err="1" smtClean="0"/>
              <a:t>lini</a:t>
            </a:r>
            <a:r>
              <a:rPr lang="pl-PL" dirty="0" smtClean="0"/>
              <a:t> prostej. Jest szybszy od gracza i zadaje 1 punkt obrażeń.</a:t>
            </a:r>
            <a:endParaRPr lang="pl-PL" dirty="0"/>
          </a:p>
        </p:txBody>
      </p:sp>
      <p:pic>
        <p:nvPicPr>
          <p:cNvPr id="9218" name="Picture 2" descr="C:\Users\szymo\Downloads\sss\TikiTiki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3789040"/>
            <a:ext cx="2121545" cy="20179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Woda przy kontakcie z graczem zadaje 0.1 punktu obrażeń co 0.5 s.</a:t>
            </a:r>
            <a:endParaRPr lang="pl-PL" dirty="0"/>
          </a:p>
        </p:txBody>
      </p:sp>
      <p:pic>
        <p:nvPicPr>
          <p:cNvPr id="10242" name="Picture 2" descr="C:\Users\szymo\Downloads\sss\Wat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140968"/>
            <a:ext cx="4008438" cy="16160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Lawa przy kontakcie z graczem zadaje 1 punkt obrażeń co 2 s.</a:t>
            </a:r>
            <a:endParaRPr lang="pl-PL" dirty="0"/>
          </a:p>
        </p:txBody>
      </p:sp>
      <p:pic>
        <p:nvPicPr>
          <p:cNvPr id="11266" name="Picture 2" descr="C:\Users\szymo\Downloads\sss\Lava Lak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068960"/>
            <a:ext cx="8019378" cy="13549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Mechaniki</a:t>
            </a:r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Gracz może atakować przeciwników rzucając w nich </a:t>
            </a:r>
            <a:r>
              <a:rPr lang="pl-PL" dirty="0" err="1" smtClean="0"/>
              <a:t>shurikenami</a:t>
            </a:r>
            <a:r>
              <a:rPr lang="pl-PL" dirty="0" smtClean="0"/>
              <a:t> zadając im 1 punkt obrażeń.</a:t>
            </a:r>
            <a:endParaRPr lang="pl-PL" dirty="0"/>
          </a:p>
        </p:txBody>
      </p:sp>
      <p:pic>
        <p:nvPicPr>
          <p:cNvPr id="12290" name="Picture 2" descr="C:\Users\szymo\Downloads\sss\shurike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789040"/>
            <a:ext cx="7796810" cy="13513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Gracz może także skakać po ścianach(odbijać się od nich, zawisnąć) oraz wykonywać podwójny skok(double </a:t>
            </a:r>
            <a:r>
              <a:rPr lang="pl-PL" dirty="0" err="1" smtClean="0"/>
              <a:t>jump</a:t>
            </a:r>
            <a:r>
              <a:rPr lang="pl-PL" dirty="0" smtClean="0"/>
              <a:t>)</a:t>
            </a:r>
            <a:endParaRPr lang="pl-PL" dirty="0"/>
          </a:p>
        </p:txBody>
      </p:sp>
      <p:pic>
        <p:nvPicPr>
          <p:cNvPr id="13314" name="Picture 2" descr="C:\Users\szymo\Downloads\sss\WallJum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3212976"/>
            <a:ext cx="2427411" cy="341706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Gdy gracz zostaje ranny włącza się animacja otrzymywania obrażeń i przez chwile jest niewrażliwy na kolejne obrażenia</a:t>
            </a:r>
            <a:endParaRPr lang="pl-PL" dirty="0"/>
          </a:p>
        </p:txBody>
      </p:sp>
      <p:pic>
        <p:nvPicPr>
          <p:cNvPr id="14338" name="Picture 2" descr="C:\Users\szymo\Downloads\sss\Water Damag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573016"/>
            <a:ext cx="6255418" cy="27953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tekstu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tekstu 8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pl-PL" dirty="0" smtClean="0"/>
              <a:t>Umożliwia odrodzenie się bez utraty postępu</a:t>
            </a:r>
            <a:endParaRPr lang="pl-PL" dirty="0"/>
          </a:p>
        </p:txBody>
      </p:sp>
      <p:sp>
        <p:nvSpPr>
          <p:cNvPr id="6" name="Symbol zastępczy tekstu 5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4216344"/>
          </a:xfrm>
        </p:spPr>
        <p:txBody>
          <a:bodyPr>
            <a:normAutofit lnSpcReduction="10000"/>
          </a:bodyPr>
          <a:lstStyle/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Punkt kontrolny(nieaktywny)</a:t>
            </a:r>
            <a:endParaRPr lang="pl-PL" dirty="0"/>
          </a:p>
        </p:txBody>
      </p:sp>
      <p:sp>
        <p:nvSpPr>
          <p:cNvPr id="10" name="Symbol zastępczy zawartości 9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4216344"/>
          </a:xfrm>
        </p:spPr>
        <p:txBody>
          <a:bodyPr/>
          <a:lstStyle/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endParaRPr lang="pl-PL" dirty="0" smtClean="0"/>
          </a:p>
          <a:p>
            <a:r>
              <a:rPr lang="pl-PL" dirty="0" smtClean="0"/>
              <a:t>Punkt kontrolny(aktywny)</a:t>
            </a:r>
            <a:endParaRPr lang="pl-PL" dirty="0" smtClean="0"/>
          </a:p>
        </p:txBody>
      </p:sp>
      <p:pic>
        <p:nvPicPr>
          <p:cNvPr id="15362" name="Picture 2" descr="C:\Users\szymo\Downloads\sss\checkpoint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1401514" cy="3252682"/>
          </a:xfrm>
          <a:prstGeom prst="rect">
            <a:avLst/>
          </a:prstGeom>
          <a:noFill/>
        </p:spPr>
      </p:pic>
      <p:pic>
        <p:nvPicPr>
          <p:cNvPr id="15363" name="Picture 3" descr="C:\Users\szymo\Downloads\sss\checkpoint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1556792"/>
            <a:ext cx="2143201" cy="3096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zawartości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Ekran porażki pojawia się gdy gracz straci wszystkie życia i nie aktywował punktu kontrolnego</a:t>
            </a:r>
            <a:endParaRPr lang="pl-PL" dirty="0"/>
          </a:p>
        </p:txBody>
      </p:sp>
      <p:pic>
        <p:nvPicPr>
          <p:cNvPr id="16386" name="Picture 2" descr="C:\Users\szymo\Downloads\sss\Failu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3356992"/>
            <a:ext cx="6428163" cy="300082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zawartości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Ekran zwycięstwa pojawia się gdy gracz zdobędzie wszystkie monety</a:t>
            </a:r>
            <a:endParaRPr lang="pl-PL" dirty="0"/>
          </a:p>
        </p:txBody>
      </p:sp>
      <p:pic>
        <p:nvPicPr>
          <p:cNvPr id="17410" name="Picture 2" descr="C:\Users\szymo\Downloads\sss\Katni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924944"/>
            <a:ext cx="6863922" cy="320756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Link do gry:</a:t>
            </a:r>
            <a:br>
              <a:rPr lang="pl-PL" dirty="0" smtClean="0"/>
            </a:br>
            <a:r>
              <a:rPr lang="pl-PL" dirty="0" smtClean="0"/>
              <a:t>https://</a:t>
            </a:r>
            <a:r>
              <a:rPr lang="pl-PL" dirty="0" err="1" smtClean="0"/>
              <a:t>szymonbog.itch.io</a:t>
            </a:r>
            <a:r>
              <a:rPr lang="pl-PL" dirty="0" smtClean="0"/>
              <a:t>/</a:t>
            </a:r>
            <a:r>
              <a:rPr lang="pl-PL" dirty="0" err="1" smtClean="0"/>
              <a:t>frog-ninja-blade-hopper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716016" y="5229200"/>
            <a:ext cx="3960440" cy="13681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dirty="0" smtClean="0"/>
              <a:t>Dziękuję za uwagę,</a:t>
            </a:r>
          </a:p>
          <a:p>
            <a:pPr>
              <a:buNone/>
            </a:pPr>
            <a:r>
              <a:rPr lang="pl-PL" dirty="0" smtClean="0"/>
              <a:t>Szymon Bogdański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zny">
  <a:themeElements>
    <a:clrScheme name="Techniczny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zny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zn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130</TotalTime>
  <Words>309</Words>
  <Application>Microsoft Office PowerPoint</Application>
  <PresentationFormat>Pokaz na ekranie (4:3)</PresentationFormat>
  <Paragraphs>53</Paragraphs>
  <Slides>21</Slides>
  <Notes>1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2" baseType="lpstr">
      <vt:lpstr>Techniczny</vt:lpstr>
      <vt:lpstr>Frog Ninja: Blade Hopper</vt:lpstr>
      <vt:lpstr>Wprowadzenie</vt:lpstr>
      <vt:lpstr>Główne elementy gry</vt:lpstr>
      <vt:lpstr>Slajd 4</vt:lpstr>
      <vt:lpstr>Przeciwnicy</vt:lpstr>
      <vt:lpstr>Slajd 6</vt:lpstr>
      <vt:lpstr>Przeszkody</vt:lpstr>
      <vt:lpstr>Slajd 8</vt:lpstr>
      <vt:lpstr>Slajd 9</vt:lpstr>
      <vt:lpstr>Slajd 10</vt:lpstr>
      <vt:lpstr>Slajd 11</vt:lpstr>
      <vt:lpstr>Slajd 12</vt:lpstr>
      <vt:lpstr>Slajd 13</vt:lpstr>
      <vt:lpstr>Mechaniki</vt:lpstr>
      <vt:lpstr>Slajd 15</vt:lpstr>
      <vt:lpstr>Slajd 16</vt:lpstr>
      <vt:lpstr>Slajd 17</vt:lpstr>
      <vt:lpstr>Slajd 18</vt:lpstr>
      <vt:lpstr>Slajd 19</vt:lpstr>
      <vt:lpstr>Slajd 20</vt:lpstr>
      <vt:lpstr>Slajd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Szymon Bogdański</dc:creator>
  <cp:lastModifiedBy>Szymon Bogdański</cp:lastModifiedBy>
  <cp:revision>30</cp:revision>
  <dcterms:created xsi:type="dcterms:W3CDTF">2024-10-06T21:12:51Z</dcterms:created>
  <dcterms:modified xsi:type="dcterms:W3CDTF">2024-10-06T23:33:51Z</dcterms:modified>
</cp:coreProperties>
</file>